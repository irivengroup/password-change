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7315200" cy="3474720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PASSWORD CHANGE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Solution Enterprise de rotation sécurisée des mots de passe Linux</a:t>
            </a:r>
          </a:p>
          <a:p>
            <a:pPr>
              <a:defRPr sz="1600">
                <a:solidFill>
                  <a:srgbClr val="D2D2D2"/>
                </a:solidFill>
              </a:defRPr>
            </a:pPr>
            <a:r>
              <a:t>Présentation technique – Réunion 30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Agenda de la réunion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Contexte et enjeux de sécurité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Présentation de la solution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Architecture et principes de conception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Organisation de la configuration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Démonstration et exemples d’exploitation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Sécurité, conformité et contrôles qualité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Perspectives d’évolution et échanges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Contexte et enjeux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Les environnements Linux critiques nécessitent une gestion rigoureuse des comptes locaux et des accès privilégiés.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Les opérations de rotation doivent être sécurisées, standardisées et traçables afin de répondre aux exigences d’exploitation et de conformité.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Les équipes d’administration recherchent une approche fiable permettant d’intégrer facilement les changements dans les workflows d’automatisation existants.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Password Change apporte un cadre cohérent, automatisé et orienté production pour gérer ces opérations à grande échelle.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Objectifs de la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Automatiser la rotation des mots de passe Linux de manière contrôlée.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Réduire les risques opérationnels liés aux interventions manuelles.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Renforcer la sécurité et la gouvernance des comptes locaux.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Faciliter l’intégration dans les pipelines DevOps et CI/CD.</a:t>
            </a:r>
          </a:p>
          <a:p>
            <a:pPr>
              <a:spcAft>
                <a:spcPts val="1200"/>
              </a:spcAft>
              <a:defRPr sz="1800">
                <a:solidFill>
                  <a:srgbClr val="2D2D2D"/>
                </a:solidFill>
              </a:defRPr>
            </a:pPr>
            <a:r>
              <a:t>Garantir une architecture maintenable, extensible et Enterprise Grade.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Architecture globale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enterp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498079" cy="33737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La solution repose sur une architecture agentless basée sur Ansible, avec séparation stricte entre configuration, secrets et exécution runtime.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Choix techniques et raisons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Ansible : standard largement adopté en entreprise, simple à maintenir et sans agent.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Vault : isolation des secrets et intégration native dans les workflows sécurisés.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Audit JSONL : format structuré exploitable par les plateformes SIEM et d’observabilité.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Preflight checks : validation des paramètres avant toute modification système.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Validation CI/CD : réduction des régressions et amélioration de la qualité du projet.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Organisation de la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defaults/main.yml : paramètres par défaut et comportements standards du rôle.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group_vars/all/main.yml : surcharge des paramètres spécifiques à l’environnement.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vault.yml : stockage sécurisé des secrets et mots de passe.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extra-vars : sélection dynamique des comptes cibles lors de l’exécution.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Cette séparation améliore la lisibilité, la maintenabilité et la sécurité opérationnelle.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Déclaration des comptes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Les comptes gérés sont centralisés dans changepassword_local_accounts.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 champ obligatoire est username.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Les mots de passe sont référencés depuis des variables protégées par Vault.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 runtime selector reste indépendant de la structure des objets comptes.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65836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changepassword_local_accounts:</a:t>
            </a:r>
            <a:br/>
            <a:r>
              <a:t>  - username: root</a:t>
            </a:r>
            <a:br/>
            <a:r>
              <a:t>    password: "{{ vault_root_password }}"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Sélection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Sans extra-vars : rotation du compte root par défaut.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changepassword_target_account=&lt;user&gt; : rotation ciblée.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changepassword_target_account=all : rotation globale.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Validation stricte des comptes déclarés avant exécution.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Support des workflows automatisés et des opérations ponctuelles.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Exemple d’exploitation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 rôle effectue des validations avant toute modification système.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Les opérations sont journalisées et auditées.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L’exécution reste compatible avec les pipelines CI/CD.</a:t>
            </a:r>
          </a:p>
        </p:txBody>
      </p:sp>
      <p:pic>
        <p:nvPicPr>
          <p:cNvPr id="5" name="Picture 4" descr="terminal_enterp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7132320" cy="29643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Sécurité et conformité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Validation des structures YAML et des conventions de configuration.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Contrôle des expressions régulières et des politiques de mot de passe.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Protection contre les mots de passe faibles ou vides.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Support Ansible Vault pour la gestion sécurisée des secrets.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Mode dry-run (--check) pour les validations préalables.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Audit structuré et exploitable pour les besoins de conformité.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Qualité et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yamllint : validation syntaxique YAML.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ansible-lint : contrôle des bonnes pratiques Ansible.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Molecule : validation fonctionnelle du rôle.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validate_project.py : cohérence globale du projet.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validate_account_schema.py : protection anti-régression sur le modèle de données.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Valeur ajoutée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Réduction des risques liés aux comptes locaux privilégiés.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Standardisation des opérations de sécurité Linux.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Amélioration de la traçabilité et de la conformité.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Gain de temps pour les équipes RUN, SRE et SECOPS.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Architecture maintenable et facilement extensible.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3153"/>
                </a:solidFill>
              </a:defRPr>
            </a:pPr>
            <a:r>
              <a:t>Perspectives d’évolution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2011680" cy="45720"/>
          </a:xfrm>
          <a:prstGeom prst="rect">
            <a:avLst/>
          </a:prstGeom>
          <a:solidFill>
            <a:srgbClr val="216EC4"/>
          </a:solidFill>
          <a:ln>
            <a:solidFill>
              <a:srgbClr val="21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Support des plateformes FreeIPA et LDAP.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Intégration HashiCorp Vault et CyberArk.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Rotation planifiée et reporting avancé.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Tableaux de bord de conformité.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Support étendu des environnements hybrides et multi-plateformes.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463040"/>
            <a:ext cx="6400800" cy="2560320"/>
          </a:xfrm>
          <a:prstGeom prst="round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210312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Questions / Échanges</a:t>
            </a:r>
          </a:p>
          <a:p>
            <a:pPr>
              <a:defRPr sz="1600">
                <a:solidFill>
                  <a:srgbClr val="DCDCDC"/>
                </a:solidFill>
              </a:defRPr>
            </a:pPr>
            <a:r>
              <a:t>Infrastructure Engineering • Automation • Linux • DevSecOps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